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004945" y="0"/>
            <a:ext cx="4182110" cy="6875145"/>
            <a:chOff x="6307" y="0"/>
            <a:chExt cx="6586" cy="1082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07" y="0"/>
              <a:ext cx="6586" cy="108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6463" y="283"/>
              <a:ext cx="2973" cy="4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>
                  <a:latin typeface="Arial" panose="020B0604020202020204" pitchFamily="34" charset="0"/>
                  <a:ea typeface="微软雅黑" panose="020B0503020204020204" charset="-122"/>
                </a:rPr>
                <a:t>X-axis acceleration</a:t>
              </a:r>
              <a:endParaRPr lang="en-US" altLang="zh-CN" sz="14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19" y="3827"/>
              <a:ext cx="2973" cy="4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>
                  <a:latin typeface="Arial" panose="020B0604020202020204" pitchFamily="34" charset="0"/>
                  <a:ea typeface="微软雅黑" panose="020B0503020204020204" charset="-122"/>
                </a:rPr>
                <a:t>Y-axis acceleration</a:t>
              </a:r>
              <a:endParaRPr lang="en-US" altLang="zh-CN" sz="14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19" y="7371"/>
              <a:ext cx="2973" cy="4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>
                  <a:latin typeface="Arial" panose="020B0604020202020204" pitchFamily="34" charset="0"/>
                  <a:ea typeface="微软雅黑" panose="020B0503020204020204" charset="-122"/>
                </a:rPr>
                <a:t>Z-axis acceleration</a:t>
              </a:r>
              <a:endParaRPr lang="en-US" altLang="zh-CN" sz="14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993" y="3255"/>
              <a:ext cx="2152" cy="4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>
                  <a:latin typeface="Arial" panose="020B0604020202020204" pitchFamily="34" charset="0"/>
                  <a:ea typeface="微软雅黑" panose="020B0503020204020204" charset="-122"/>
                </a:rPr>
                <a:t>Time: seconds</a:t>
              </a:r>
              <a:endParaRPr lang="en-US" altLang="zh-CN" sz="14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993" y="6800"/>
              <a:ext cx="2152" cy="4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>
                  <a:latin typeface="Arial" panose="020B0604020202020204" pitchFamily="34" charset="0"/>
                  <a:ea typeface="微软雅黑" panose="020B0503020204020204" charset="-122"/>
                </a:rPr>
                <a:t>Time: seconds</a:t>
              </a:r>
              <a:endParaRPr lang="en-US" altLang="zh-CN" sz="14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993" y="10345"/>
              <a:ext cx="2152" cy="4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>
                  <a:latin typeface="Arial" panose="020B0604020202020204" pitchFamily="34" charset="0"/>
                  <a:ea typeface="微软雅黑" panose="020B0503020204020204" charset="-122"/>
                </a:rPr>
                <a:t>Time: seconds</a:t>
              </a:r>
              <a:endParaRPr lang="en-US" altLang="zh-CN" sz="14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WPS 演示</Application>
  <PresentationFormat>宽屏</PresentationFormat>
  <Paragraphs>12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Granite An</cp:lastModifiedBy>
  <cp:revision>157</cp:revision>
  <dcterms:created xsi:type="dcterms:W3CDTF">2019-06-19T02:08:00Z</dcterms:created>
  <dcterms:modified xsi:type="dcterms:W3CDTF">2026-06-25T02:53:42Z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9221E6F874C74C4EADD3D5F6585C9584_11</vt:lpwstr>
  </property>
</Properties>
</file>